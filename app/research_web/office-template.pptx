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研究概览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本页保持不变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结论版本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样本数为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two-slide template</dc:title>
  <dc:subject/>
  <dc:creator>Research Workbench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